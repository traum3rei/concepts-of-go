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a57ae9ff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a9a57ae9ff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a9a57ae9ff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a0e80371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aa0e80371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aa0e803714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9a57ae9ff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a9a57ae9ff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a9a57ae9ff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3330389" y="1752600"/>
            <a:ext cx="248322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WebGPU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53923" y="4734625"/>
            <a:ext cx="4143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Atakan Sentürk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609600" y="609600"/>
            <a:ext cx="8083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Historie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914400" y="1247775"/>
            <a:ext cx="7620000" cy="3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</a:pPr>
            <a:r>
              <a:rPr lang="en-US" sz="1350">
                <a:solidFill>
                  <a:schemeClr val="dk1"/>
                </a:solidFill>
              </a:rPr>
              <a:t>WebGL -&gt; OpenGL </a:t>
            </a:r>
            <a:endParaRPr sz="1350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</a:pPr>
            <a:r>
              <a:rPr lang="en-US" sz="1350">
                <a:solidFill>
                  <a:schemeClr val="dk1"/>
                </a:solidFill>
              </a:rPr>
              <a:t>WebGL nicht mehr performant genug für heutige Anforderungen</a:t>
            </a:r>
            <a:endParaRPr sz="1350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</a:pPr>
            <a:r>
              <a:rPr lang="en-US" sz="1350">
                <a:solidFill>
                  <a:schemeClr val="dk1"/>
                </a:solidFill>
              </a:rPr>
              <a:t>Keine Unterstützung von Metal, Vulkan, Direct3D 12</a:t>
            </a:r>
            <a:endParaRPr sz="1350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</a:pPr>
            <a:r>
              <a:rPr lang="en-US" sz="1350">
                <a:solidFill>
                  <a:schemeClr val="dk1"/>
                </a:solidFill>
              </a:rPr>
              <a:t>Konnte GPGPU nicht gut handeln</a:t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Was ist WebGPU?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914400" y="1247775"/>
            <a:ext cx="7620000" cy="202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W3C-Standard-API für GPU-Zugriff </a:t>
            </a:r>
            <a:r>
              <a:rPr lang="en-US" sz="1350">
                <a:solidFill>
                  <a:schemeClr val="dk1"/>
                </a:solidFill>
              </a:rPr>
              <a:t>übers Web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Abbildung auf Vulkan, Metal, Direct3D 12 auf nativer Ebene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Unterstützt Grafik-Rendering und Allzweck-Compute (GPGPU)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2943500" y="1713375"/>
            <a:ext cx="2489100" cy="1780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52400" rotWithShape="0" algn="bl" dir="5400000" dist="762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6045125" y="1363275"/>
            <a:ext cx="2489100" cy="2481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52400" rotWithShape="0" algn="bl" dir="5400000" dist="762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6273725" y="2214325"/>
            <a:ext cx="2031900" cy="4839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152400" rotWithShape="0" algn="bl" dir="5400000" dist="762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Driver</a:t>
            </a:r>
            <a:endParaRPr b="1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Kern-Architektur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6273725" y="1551275"/>
            <a:ext cx="2031900" cy="4839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152400" rotWithShape="0" algn="bl" dir="5400000" dist="762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Native GPU API</a:t>
            </a:r>
            <a:endParaRPr b="1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3172100" y="2719825"/>
            <a:ext cx="2031900" cy="4839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152400" rotWithShape="0" algn="bl" dir="5400000" dist="762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Adapter</a:t>
            </a:r>
            <a:endParaRPr b="1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6273725" y="3144075"/>
            <a:ext cx="2031900" cy="4839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152400" rotWithShape="0" algn="bl" dir="5400000" dist="762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endParaRPr b="1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3172125" y="1901375"/>
            <a:ext cx="2031900" cy="4839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152400" rotWithShape="0" algn="bl" dir="5400000" dist="762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Logical Device</a:t>
            </a:r>
            <a:endParaRPr b="1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299075" y="2361825"/>
            <a:ext cx="2031900" cy="4839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52400" rotWithShape="0" algn="bl" dir="5400000" dist="762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Web-App</a:t>
            </a:r>
            <a:endParaRPr b="1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>
            <a:stCxn id="89" idx="3"/>
            <a:endCxn id="81" idx="1"/>
          </p:cNvCxnSpPr>
          <p:nvPr/>
        </p:nvCxnSpPr>
        <p:spPr>
          <a:xfrm>
            <a:off x="2330975" y="2603775"/>
            <a:ext cx="61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7"/>
          <p:cNvCxnSpPr>
            <a:stCxn id="81" idx="3"/>
            <a:endCxn id="82" idx="1"/>
          </p:cNvCxnSpPr>
          <p:nvPr/>
        </p:nvCxnSpPr>
        <p:spPr>
          <a:xfrm>
            <a:off x="5432600" y="2603775"/>
            <a:ext cx="61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Pipeline-Typen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914400" y="1247775"/>
            <a:ext cx="7620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Render-Pipeline</a:t>
            </a:r>
            <a:endParaRPr b="1" sz="1350">
              <a:solidFill>
                <a:srgbClr val="38BDF8"/>
              </a:solidFill>
            </a:endParaRPr>
          </a:p>
          <a:p>
            <a:pPr indent="-314325" lvl="0" marL="45720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-US" sz="1350">
                <a:solidFill>
                  <a:schemeClr val="dk1"/>
                </a:solidFill>
              </a:rPr>
              <a:t>Vertex → Rasterisierung → Fragment → Ausgabe</a:t>
            </a:r>
            <a:endParaRPr b="1" sz="13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Compute-Pipeline</a:t>
            </a:r>
            <a:endParaRPr b="1" i="0" sz="1350" u="none" cap="none" strike="noStrike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-US" sz="1350">
                <a:solidFill>
                  <a:schemeClr val="dk1"/>
                </a:solidFill>
              </a:rPr>
              <a:t>Compute Stage</a:t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Vertex-Shader Beispiel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137000"/>
            <a:ext cx="4136350" cy="381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8350" y="1171575"/>
            <a:ext cx="4093249" cy="1950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/>
          <p:nvPr/>
        </p:nvSpPr>
        <p:spPr>
          <a:xfrm>
            <a:off x="609600" y="609600"/>
            <a:ext cx="8083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Rasterisierung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914400" y="1247775"/>
            <a:ext cx="7620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Schaut welche Pixel der Primitives “sichtbar” sind </a:t>
            </a:r>
            <a:endParaRPr b="1" sz="1350">
              <a:solidFill>
                <a:schemeClr val="dk1"/>
              </a:solidFill>
            </a:endParaRPr>
          </a:p>
          <a:p>
            <a:pPr indent="-314325" lvl="0" marL="4572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Interpoliert für den jeweiligen Pixel Farbe, UV, etc.</a:t>
            </a:r>
            <a:endParaRPr b="1"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Fragment-Shader Beispiel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171575"/>
            <a:ext cx="6308849" cy="36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/>
          <p:nvPr/>
        </p:nvSpPr>
        <p:spPr>
          <a:xfrm>
            <a:off x="3882049" y="1890713"/>
            <a:ext cx="137975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Fragen?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3371530" y="2528888"/>
            <a:ext cx="240079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609600" y="609600"/>
            <a:ext cx="8083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Quellen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563100" y="1368350"/>
            <a:ext cx="7486200" cy="30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lang="en-US" sz="1200">
                <a:solidFill>
                  <a:srgbClr val="CBD5E1"/>
                </a:solidFill>
              </a:rPr>
              <a:t>W3C Spec: w3.org/TR/webgpu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</a:rPr>
              <a:t>https://developer.mozilla.org/en-US/docs/Web/API/WebGPU_API</a:t>
            </a:r>
            <a:endParaRPr sz="150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